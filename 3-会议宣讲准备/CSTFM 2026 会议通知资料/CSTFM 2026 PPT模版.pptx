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锦兮&amp;宁</cp:lastModifiedBy>
  <cp:revision>159</cp:revision>
  <dcterms:created xsi:type="dcterms:W3CDTF">2019-06-19T02:08:00Z</dcterms:created>
  <dcterms:modified xsi:type="dcterms:W3CDTF">2026-09-07T02:06:59Z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EA605A3CEB63473BA4E1C13F129AD6F6_11</vt:lpwstr>
  </property>
</Properties>
</file>